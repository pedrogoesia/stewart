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63" r:id="rId5"/>
    <p:sldId id="1413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21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9B8E9F-EA5C-4505-BDB2-753E184BA212}" v="41" dt="2026-03-10T21:32:03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9AD3E-9B71-4A97-B4AD-79127A81EEC4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DB882-90D4-489C-9F86-1015C01918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851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06BD6-5DA5-F5AC-71AB-33DEB745E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43E675B-E1C8-CD85-1358-0D2C6B58F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A6E3B93-99BF-6040-58F0-27545E057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DC88D3-41EB-7135-D3EF-8CB1E06AE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F0D50-18F7-4FEC-9987-6847CC3020D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2557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66886-D7CF-E0C9-DF5D-99A69157E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7C3AAE-0E03-B728-742F-786A44FFF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2349BD-8B41-6936-7CD1-28B3202C3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B57-E11C-41E6-953F-2CBED8D55B39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350B4B-A774-CC90-C807-C8C9D5CCB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E28553-C5E4-1AEC-9B38-EE4AA9E41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3AC34-A9E0-40EE-B6F9-42F55111E0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29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349E5-D56F-C4EB-0829-6E5802A4E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316674-ACC0-2C31-71A1-D0003EC93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0A4D99-B5A5-FAA6-D334-FB9775051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B57-E11C-41E6-953F-2CBED8D55B39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E0CCF0-D0D4-D9B0-B6B7-EB91E9D89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3ABA82-5B65-8A49-7CD8-1F7FBE033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3AC34-A9E0-40EE-B6F9-42F55111E0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3194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4690CE-C2D5-4F8A-51A3-182A41545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A1E62D-D39D-EB1D-9ACE-25501C52A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8B64F7-A239-7A96-B454-0FF0B7578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B57-E11C-41E6-953F-2CBED8D55B39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6C28F7-567D-3942-490C-04815E31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9FEC37-9852-E428-452B-766EA79E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3AC34-A9E0-40EE-B6F9-42F55111E0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6001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2A317-4997-915B-E51D-2FE570CD3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4F4F5D-20E5-296B-7CDD-07726A3888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852023-7277-4926-E208-51808B93C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1BCBA7-9B3D-F6D3-5D19-1C1519A57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B57-E11C-41E6-953F-2CBED8D55B39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1B4FC8-BE47-0159-F516-F71210569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D72A1C-AB54-3202-5BE7-19B0723E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3AC34-A9E0-40EE-B6F9-42F55111E0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319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91005-1D0B-0772-D04B-51C1E2BAD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745995-A60C-9F38-4F56-9EFFD1B62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9FB058-0CB7-E7B5-9978-B77541E65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98BF440-0657-6C40-88CE-21D7E5510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A23B1FB-D49E-1F17-F03D-158632A24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BA7CCD4-72E4-6555-ED1F-778EFE1E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B57-E11C-41E6-953F-2CBED8D55B39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E02857F-6A6F-3FCC-56BB-8715940C2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BAE8E33-CCA0-D7BB-3586-6F4429676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3AC34-A9E0-40EE-B6F9-42F55111E0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1680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ADCE4-82AF-D085-F3E3-357483AA5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DF75988-260E-EC4E-8C42-E8DCB4A6E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B57-E11C-41E6-953F-2CBED8D55B39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AE5367A-127D-FBF9-29C8-276617AD2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D04AA0F-0E3E-38E8-282E-2E3AC02FE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3AC34-A9E0-40EE-B6F9-42F55111E0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4750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3EF42E8-72BB-6C22-17E1-ABCE51AFF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B57-E11C-41E6-953F-2CBED8D55B39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514E642-F4DD-E020-5B62-D57AEB74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F04CB7-311D-7E31-53F0-82F33816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3AC34-A9E0-40EE-B6F9-42F55111E0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3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692CC-477B-09ED-F4F4-9E8B33A18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E28D03-1627-BC6D-65A1-9EFE122D7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7674234-C8AC-B06E-6F21-6A21BE57C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C9CC88-0A0C-F2E6-BAE4-BC20758CB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B57-E11C-41E6-953F-2CBED8D55B39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B3B421-FFD2-ECC3-B215-22E55C61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6C21CBD-E5ED-3126-B975-6BB52B26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3AC34-A9E0-40EE-B6F9-42F55111E0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7272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2E176-D651-AAC2-6DCE-B7801B08B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927F978-C4E5-1B68-9EF4-66A3A23935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DF87706-6226-BCC7-B5AD-782E71DA4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7450479-65E7-EC64-4323-74FDD5AF8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B57-E11C-41E6-953F-2CBED8D55B39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08F5D3-9A07-FCD8-2187-5533B5F01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6CF8EA-8542-2FD5-F2F6-B4F4FFB30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3AC34-A9E0-40EE-B6F9-42F55111E0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6862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700E25-7048-56F4-B1A6-855B7DA2B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11C49ED-68F4-0063-BBB3-72706B75E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776CF4-1587-F6B0-D30F-2C7B7F0CB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B57-E11C-41E6-953F-2CBED8D55B39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D48E31-1793-4C02-EE58-D0EF2D92A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60F5F7-A7BF-42C7-E94B-BDD3922F9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3AC34-A9E0-40EE-B6F9-42F55111E0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698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40A398-84A6-2ADE-B92A-E84A42CFBC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9BF7525-762E-D90D-4040-1765C63EA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8ACD53-A828-9800-65ED-6D51CFECF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A1B57-E11C-41E6-953F-2CBED8D55B39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A38AC-74A0-28C1-695D-17514FD22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C28354-578D-095F-1DDE-2209ABE33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3AC34-A9E0-40EE-B6F9-42F55111E0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8704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727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4C1F-47D0-4B69-B3AB-E76DB3502712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0C44D-BFEB-4B52-ADA0-541C3BA9A108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56F3240-EE3E-419B-B7AA-1D7BC0D5B786}"/>
              </a:ext>
            </a:extLst>
          </p:cNvPr>
          <p:cNvSpPr/>
          <p:nvPr userDrawn="1"/>
        </p:nvSpPr>
        <p:spPr>
          <a:xfrm>
            <a:off x="1" y="487481"/>
            <a:ext cx="11901167" cy="400692"/>
          </a:xfrm>
          <a:prstGeom prst="rect">
            <a:avLst/>
          </a:prstGeom>
          <a:solidFill>
            <a:srgbClr val="A32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3477DA5-7884-4D16-AA0B-3567756A86A1}"/>
              </a:ext>
            </a:extLst>
          </p:cNvPr>
          <p:cNvSpPr txBox="1"/>
          <p:nvPr userDrawn="1"/>
        </p:nvSpPr>
        <p:spPr>
          <a:xfrm>
            <a:off x="8452748" y="487481"/>
            <a:ext cx="3323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chemeClr val="bg1"/>
                </a:solidFill>
                <a:latin typeface="Helvetica" pitchFamily="2" charset="0"/>
              </a:rPr>
              <a:t>         FEVEREIRO 2026</a:t>
            </a:r>
          </a:p>
        </p:txBody>
      </p:sp>
      <p:pic>
        <p:nvPicPr>
          <p:cNvPr id="12" name="Imagem 11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DFF917E4-5731-45BB-ABB6-2EC9D1AA9F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4028" y="6402135"/>
            <a:ext cx="1791524" cy="319343"/>
          </a:xfrm>
          <a:prstGeom prst="rect">
            <a:avLst/>
          </a:prstGeom>
        </p:spPr>
      </p:pic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044CFA33-EAA5-4566-8219-15C64ACCA2B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5470" y="1709058"/>
            <a:ext cx="5425553" cy="3352897"/>
          </a:xfrm>
        </p:spPr>
        <p:txBody>
          <a:bodyPr/>
          <a:lstStyle/>
          <a:p>
            <a:endParaRPr lang="pt-BR"/>
          </a:p>
        </p:txBody>
      </p:sp>
      <p:sp>
        <p:nvSpPr>
          <p:cNvPr id="10" name="Espaço Reservado para Imagem 5">
            <a:extLst>
              <a:ext uri="{FF2B5EF4-FFF2-40B4-BE49-F238E27FC236}">
                <a16:creationId xmlns:a16="http://schemas.microsoft.com/office/drawing/2014/main" id="{23133247-32CA-468D-AD3F-8C17AC8C3A9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50839" y="1709058"/>
            <a:ext cx="5425552" cy="3352897"/>
          </a:xfrm>
        </p:spPr>
        <p:txBody>
          <a:bodyPr/>
          <a:lstStyle/>
          <a:p>
            <a:endParaRPr lang="pt-BR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CC75D46C-C590-4F2D-9F8E-85865EDE30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470" y="5183993"/>
            <a:ext cx="5425830" cy="555625"/>
          </a:xfrm>
        </p:spPr>
        <p:txBody>
          <a:bodyPr/>
          <a:lstStyle>
            <a:lvl1pPr marL="0" indent="0" algn="just">
              <a:buNone/>
              <a:defRPr sz="11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E70F9510-148C-497E-8871-86EB143EC8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50701" y="5183992"/>
            <a:ext cx="5425830" cy="555625"/>
          </a:xfrm>
        </p:spPr>
        <p:txBody>
          <a:bodyPr/>
          <a:lstStyle>
            <a:lvl1pPr marL="0" indent="0" algn="just">
              <a:buNone/>
              <a:defRPr sz="1100" b="1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663465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DEA282F-1658-9037-9571-9D4CABE3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5229E1-97D8-0BD3-A6CC-F57024912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1CAD0B-5691-EDED-BF39-E5DA1ACA8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2A1B57-E11C-41E6-953F-2CBED8D55B39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D75D6D-68A7-E077-5C7A-7EFDC1411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086FBA-499D-8286-C382-518D8F584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63AC34-A9E0-40EE-B6F9-42F55111E0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03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1C1671CB-8376-2244-9620-40EA49F93F95}"/>
              </a:ext>
            </a:extLst>
          </p:cNvPr>
          <p:cNvSpPr txBox="1"/>
          <p:nvPr/>
        </p:nvSpPr>
        <p:spPr>
          <a:xfrm>
            <a:off x="2606788" y="2942157"/>
            <a:ext cx="697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dirty="0"/>
              <a:t>RELATÓRIO FOTOGRÁFICO – MÊS/ANO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1CE8D24-DF11-5F49-B217-2D21EA164F9E}"/>
              </a:ext>
            </a:extLst>
          </p:cNvPr>
          <p:cNvSpPr/>
          <p:nvPr/>
        </p:nvSpPr>
        <p:spPr>
          <a:xfrm>
            <a:off x="1143000" y="1"/>
            <a:ext cx="359596" cy="6858001"/>
          </a:xfrm>
          <a:prstGeom prst="rect">
            <a:avLst/>
          </a:prstGeom>
          <a:solidFill>
            <a:srgbClr val="A321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3" name="Imagem 12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02E06BBA-BCEC-4D72-AB90-9487C5FA3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621" y="4864895"/>
            <a:ext cx="2489328" cy="54612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147FD2BA-11C0-7847-7103-E9F00B96DF74}"/>
              </a:ext>
            </a:extLst>
          </p:cNvPr>
          <p:cNvSpPr txBox="1"/>
          <p:nvPr/>
        </p:nvSpPr>
        <p:spPr>
          <a:xfrm>
            <a:off x="2866870" y="832208"/>
            <a:ext cx="671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NOME DA OBRA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B99CAE7-7AED-BEF1-53AD-CE0A28C04B23}"/>
              </a:ext>
            </a:extLst>
          </p:cNvPr>
          <p:cNvSpPr txBox="1"/>
          <p:nvPr/>
        </p:nvSpPr>
        <p:spPr>
          <a:xfrm>
            <a:off x="2196743" y="1216929"/>
            <a:ext cx="7962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ENDEREÇO DA OBRA</a:t>
            </a:r>
          </a:p>
        </p:txBody>
      </p:sp>
    </p:spTree>
    <p:extLst>
      <p:ext uri="{BB962C8B-B14F-4D97-AF65-F5344CB8AC3E}">
        <p14:creationId xmlns:p14="http://schemas.microsoft.com/office/powerpoint/2010/main" val="1781374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7D03F-995E-3F3F-DD00-CC003121C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994947-E0AC-1293-FAC2-79061BCBC5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469" y="5183991"/>
            <a:ext cx="4408487" cy="555625"/>
          </a:xfrm>
        </p:spPr>
        <p:txBody>
          <a:bodyPr/>
          <a:lstStyle/>
          <a:p>
            <a:r>
              <a:t>LEGENDA 1 – descrição técnica da foto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78DE2AC-F923-CE82-7FBA-D4DCBBC4159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t>LEGENDA 2 – descrição técnica da foto</a:t>
            </a:r>
          </a:p>
        </p:txBody>
      </p:sp>
      <p:pic>
        <p:nvPicPr>
          <p:cNvPr id="14" name="Espaço Reservado para Imagem 13">
            <a:extLst>
              <a:ext uri="{FF2B5EF4-FFF2-40B4-BE49-F238E27FC236}">
                <a16:creationId xmlns:a16="http://schemas.microsoft.com/office/drawing/2014/main" id="{41E81629-2D45-5A28-5120-78B682336AA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4" b="8794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18" name="Espaço Reservado para Imagem 17">
            <a:extLst>
              <a:ext uri="{FF2B5EF4-FFF2-40B4-BE49-F238E27FC236}">
                <a16:creationId xmlns:a16="http://schemas.microsoft.com/office/drawing/2014/main" id="{3DA51F13-7D4B-8C1E-3DF0-EC8DD4DC215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4" b="8794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049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53bbc0c-56b8-4686-9c1c-f787c8f46e25">
      <Terms xmlns="http://schemas.microsoft.com/office/infopath/2007/PartnerControls"/>
    </lcf76f155ced4ddcb4097134ff3c332f>
    <TaxCatchAll xmlns="b2d90a41-a31d-4f38-a060-1aaef06e295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14D094BE2DDB943BB4F0A86CBDB15FF" ma:contentTypeVersion="19" ma:contentTypeDescription="Crie um novo documento." ma:contentTypeScope="" ma:versionID="70433c148876cdabed6e22880389323f">
  <xsd:schema xmlns:xsd="http://www.w3.org/2001/XMLSchema" xmlns:xs="http://www.w3.org/2001/XMLSchema" xmlns:p="http://schemas.microsoft.com/office/2006/metadata/properties" xmlns:ns2="a53bbc0c-56b8-4686-9c1c-f787c8f46e25" xmlns:ns3="b2d90a41-a31d-4f38-a060-1aaef06e295f" targetNamespace="http://schemas.microsoft.com/office/2006/metadata/properties" ma:root="true" ma:fieldsID="618188d6b4ab607eb29ef70afbd8dd64" ns2:_="" ns3:_="">
    <xsd:import namespace="a53bbc0c-56b8-4686-9c1c-f787c8f46e25"/>
    <xsd:import namespace="b2d90a41-a31d-4f38-a060-1aaef06e29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3bbc0c-56b8-4686-9c1c-f787c8f46e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26e4a760-858a-4db2-be0c-632b80bf10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d90a41-a31d-4f38-a060-1aaef06e295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2005ba9-eb09-4299-9cbd-7cef962e2ad8}" ma:internalName="TaxCatchAll" ma:showField="CatchAllData" ma:web="b2d90a41-a31d-4f38-a060-1aaef06e29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61AE69-855C-49AF-861D-12CEE34D5CFA}">
  <ds:schemaRefs>
    <ds:schemaRef ds:uri="http://schemas.microsoft.com/office/2006/metadata/properties"/>
    <ds:schemaRef ds:uri="http://schemas.microsoft.com/office/infopath/2007/PartnerControls"/>
    <ds:schemaRef ds:uri="a53bbc0c-56b8-4686-9c1c-f787c8f46e25"/>
    <ds:schemaRef ds:uri="b2d90a41-a31d-4f38-a060-1aaef06e295f"/>
  </ds:schemaRefs>
</ds:datastoreItem>
</file>

<file path=customXml/itemProps2.xml><?xml version="1.0" encoding="utf-8"?>
<ds:datastoreItem xmlns:ds="http://schemas.openxmlformats.org/officeDocument/2006/customXml" ds:itemID="{D535E0B8-7249-4C77-825E-01A7F0BD85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53bbc0c-56b8-4686-9c1c-f787c8f46e25"/>
    <ds:schemaRef ds:uri="b2d90a41-a31d-4f38-a060-1aaef06e29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1DAC161-0876-4053-BFE8-11D804BBE3A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27</Words>
  <Application>Microsoft Office PowerPoint</Application>
  <PresentationFormat>Widescreen</PresentationFormat>
  <Paragraphs>6</Paragraphs>
  <Slides>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Helvetica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Celina Bekenn | Stewart Engenharia</dc:creator>
  <cp:lastModifiedBy>Dayse Perdigão Stewart | Stewart Engenharia</cp:lastModifiedBy>
  <cp:revision>4</cp:revision>
  <dcterms:created xsi:type="dcterms:W3CDTF">2025-12-10T20:31:52Z</dcterms:created>
  <dcterms:modified xsi:type="dcterms:W3CDTF">2026-03-17T19:21:59Z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0x010100914D094BE2DDB943BB4F0A86CBDB15FF</vt:lpwstr>
  </property>
  <property fmtid="{D5CDD505-2E9C-101B-9397-08002B2CF9AE}" pid="3" name="MediaServiceImageTags">
    <vt:lpwstr/>
  </property>
</Properties>
</file>